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NOON FLEET HRMS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0E7FF"/>
                </a:solidFill>
              </a:defRPr>
            </a:pPr>
            <a:r>
              <a:t>Human Resource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Building Tomorrow's HR Solution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The Problem: Manual HR is Inefficient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⏱️  Time Consuming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40+ hours/month on manual HR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❌  Error Prone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Data inconsistencies and mistakes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463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💼  Inefficient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No automated leave/payroll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7744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📊  No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Limited reporting and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63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💰  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783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High HR staff costs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😤  Employee Frustration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Slow request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The Solution: Noon Fleet HRMS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A complete, cloud-based HR management system that automates, streamlines, and optimizes all human resource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Fully Automated - OTP login, leave processing, 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Real-time Analytics - Dashboards, reports,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Always Available - 99.95% uptime, 24/7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Secure &amp; Compliant - GDPR ready, encrypted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Scalable - Grows from 100 to 10K+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Cost Effective - $0.60 per employee/year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What Can It Do? - Key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👤 Employee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Central database with profiles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🔐 Secure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OTP-based login with JWT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444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📋 Leave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55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Request, approve, track balances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7744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💰 Payroll &amp; Salary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614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Automatic slip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44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📊 Analytics &amp;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755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Real-time dashboards, Excel export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📧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614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Email &amp; in-app 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24559" y="137160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61719" y="1444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📁 Document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61719" y="17556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Upload resumes, certificates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24559" y="2377440"/>
            <a:ext cx="4114800" cy="86868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61719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F8C"/>
                </a:solidFill>
              </a:defRPr>
            </a:pPr>
            <a:r>
              <a:t>🔔 Audit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61719" y="27614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Complete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Modern 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Node.js • Express.js •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505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HTML5 • CSS3 •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4447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37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Resend API • 99.95%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7744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4505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Render (Current) → AWS (Scalable)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447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737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PostgreSQL • Multi-AZ • Auto-scaling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4114800" cy="868680"/>
          </a:xfrm>
          <a:prstGeom prst="rect">
            <a:avLst/>
          </a:prstGeom>
          <a:solidFill>
            <a:srgbClr val="EFF6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4505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5B6"/>
                </a:solidFill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HTTPS • JWT • OTP •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Performance &amp; Efficiency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Response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200-300ms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5x faster than manual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Time to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1 second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0574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vs 30s cold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Leave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99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Instant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7432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880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vs 1-2 days manual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Data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85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99.95%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4290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vs 85%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60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Uptime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70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99.95%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1148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Always 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25603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846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HR Staff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56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60%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800600"/>
            <a:ext cx="5486400" cy="548640"/>
          </a:xfrm>
          <a:prstGeom prst="rect">
            <a:avLst/>
          </a:prstGeom>
          <a:solidFill>
            <a:srgbClr val="F9FDF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937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Automate 60% of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Scalability: 100 to 10,000+ Employees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solidFill>
            <a:srgbClr val="1D4F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371600"/>
            <a:ext cx="1371600" cy="365760"/>
          </a:xfrm>
          <a:prstGeom prst="rect">
            <a:avLst/>
          </a:prstGeom>
          <a:solidFill>
            <a:srgbClr val="1D4F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Employees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371600"/>
            <a:ext cx="1645920" cy="365760"/>
          </a:xfrm>
          <a:prstGeom prst="rect">
            <a:avLst/>
          </a:prstGeom>
          <a:solidFill>
            <a:srgbClr val="1D4F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17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Concurrent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1645920" cy="365760"/>
          </a:xfrm>
          <a:prstGeom prst="rect">
            <a:avLst/>
          </a:prstGeom>
          <a:solidFill>
            <a:srgbClr val="1D4F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554480" cy="365760"/>
          </a:xfrm>
          <a:prstGeom prst="rect">
            <a:avLst/>
          </a:prstGeom>
          <a:solidFill>
            <a:srgbClr val="1D4F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10972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1783080"/>
            <a:ext cx="137160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1828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100-500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78308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50-100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78308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$1.25/mo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83080"/>
            <a:ext cx="15544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82880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✅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94560"/>
            <a:ext cx="10972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4027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Growth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2194560"/>
            <a:ext cx="137160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22402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1K-5K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19456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22402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500-1K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19456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2402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$75-150/mo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194560"/>
            <a:ext cx="15544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24027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⚠️ Upgrade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solidFill>
            <a:srgbClr val="DBEAFE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65176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Enterprise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2606040"/>
            <a:ext cx="1371600" cy="365760"/>
          </a:xfrm>
          <a:prstGeom prst="rect">
            <a:avLst/>
          </a:prstGeom>
          <a:solidFill>
            <a:srgbClr val="DBEAFE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2651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5K-10K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2606040"/>
            <a:ext cx="1645920" cy="365760"/>
          </a:xfrm>
          <a:prstGeom prst="rect">
            <a:avLst/>
          </a:prstGeom>
          <a:solidFill>
            <a:srgbClr val="DBEAFE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1K-2K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606040"/>
            <a:ext cx="1645920" cy="365760"/>
          </a:xfrm>
          <a:prstGeom prst="rect">
            <a:avLst/>
          </a:prstGeom>
          <a:solidFill>
            <a:srgbClr val="DBEAFE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$804/mo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606040"/>
            <a:ext cx="1554480" cy="365760"/>
          </a:xfrm>
          <a:prstGeom prst="rect">
            <a:avLst/>
          </a:prstGeom>
          <a:solidFill>
            <a:srgbClr val="DBEAFE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65176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✅ Recommended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017520"/>
            <a:ext cx="10972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06324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3017520"/>
            <a:ext cx="137160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3063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10K+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01752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3063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5K+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017520"/>
            <a:ext cx="164592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3063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$1,500+/mo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017520"/>
            <a:ext cx="1554480" cy="365760"/>
          </a:xfrm>
          <a:prstGeom prst="rect">
            <a:avLst/>
          </a:prstGeom>
          <a:solidFill>
            <a:srgbClr val="F3F4F6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06324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✅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Cost Analysis: Minimal Investment, Maximum Returns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280160"/>
            <a:ext cx="2651760" cy="20116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MVP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$1.25/month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100-500 employees</a:t>
            </a:r>
            <a:br/>
            <a:r>
              <a:t>500MB database</a:t>
            </a:r>
            <a:br/>
            <a:r>
              <a:t>Render 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2011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19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$75/month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1K-5K employees</a:t>
            </a:r>
            <a:br/>
            <a:r>
              <a:t>10GB database</a:t>
            </a:r>
            <a:br/>
            <a:r>
              <a:t>Render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19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$804/month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5K-10K employees</a:t>
            </a:r>
            <a:br/>
            <a:r>
              <a:t>100GB database</a:t>
            </a:r>
            <a:br/>
            <a:r>
              <a:t>AWS Enterprise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ECFDF5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💰 ROI for 10,000 Employees: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136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Annual HR Cost: $145,000 | HRMS Cost: $9,648 | Savings: $135,352 | ROI: 1,400%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Payback Period: 1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ROI &amp; Business Advantages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💰 Cost Savings - 60% reduction in HR staff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4114800" cy="868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⚡ Speed - 5x faster employee request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4114800" cy="868680"/>
          </a:xfrm>
          <a:prstGeom prst="rect">
            <a:avLst/>
          </a:prstGeom>
          <a:solidFill>
            <a:srgbClr val="D1FAE5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630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📈 Scalability - Grow from 100 to 10,000+ seamlessly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377440"/>
            <a:ext cx="4114800" cy="868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468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👥 Employee Experience - Self-service portal, instant notifications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41148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4630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📊 Data-Driven - Real-time analytics and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377440"/>
            <a:ext cx="4114800" cy="868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🔒 Compliance - GDPR ready, audit logging, secure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24559" y="1371600"/>
            <a:ext cx="4114800" cy="868680"/>
          </a:xfrm>
          <a:prstGeom prst="rect">
            <a:avLst/>
          </a:prstGeom>
          <a:solidFill>
            <a:srgbClr val="D1FAE5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61719" y="14630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🎯 Productivity - HR focuses on strategy not 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24559" y="2377440"/>
            <a:ext cx="4114800" cy="868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61719" y="2468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🌍 Global Ready - Multi-timezone, cloud-based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4F8C"/>
                </a:solidFill>
              </a:defRPr>
            </a:pPr>
            <a:r>
              <a:t>Implementation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8229600" cy="0"/>
          </a:xfrm>
          <a:prstGeom prst="line">
            <a:avLst/>
          </a:prstGeom>
          <a:ln w="381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FEF3C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5B6"/>
                </a:solidFill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Planning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• AWS setup</a:t>
            </a:r>
            <a:br/>
            <a:r>
              <a:t>• Database</a:t>
            </a:r>
            <a:br/>
            <a:r>
              <a:t>• Team brief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71600"/>
            <a:ext cx="1920240" cy="2560320"/>
          </a:xfrm>
          <a:prstGeom prst="rect">
            <a:avLst/>
          </a:prstGeom>
          <a:solidFill>
            <a:srgbClr val="DBEAF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5087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5B6"/>
                </a:solidFill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• Data export</a:t>
            </a:r>
            <a:br/>
            <a:r>
              <a:t>• Infrastructure</a:t>
            </a:r>
            <a:br/>
            <a:r>
              <a:t>•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1920240" cy="2560320"/>
          </a:xfrm>
          <a:prstGeom prst="rect">
            <a:avLst/>
          </a:prstGeom>
          <a:solidFill>
            <a:srgbClr val="D1FAE5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087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5B6"/>
                </a:solidFill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40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• Load test</a:t>
            </a:r>
            <a:br/>
            <a:r>
              <a:t>• Security</a:t>
            </a:r>
            <a:br/>
            <a:r>
              <a:t>• UAT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1371600"/>
            <a:ext cx="1920240" cy="2560320"/>
          </a:xfrm>
          <a:prstGeom prst="rect">
            <a:avLst/>
          </a:prstGeom>
          <a:solidFill>
            <a:srgbClr val="DCFCE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5B6"/>
                </a:solidFill>
              </a:defRPr>
            </a:pPr>
            <a: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40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• DNS cutover</a:t>
            </a:r>
            <a:br/>
            <a:r>
              <a:t>• Monitoring</a:t>
            </a:r>
            <a:br/>
            <a:r>
              <a:t>•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3F4F6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⏱️ Total Timeline: 4 Weeks  |  ✅ Go Live Ready  |  🚀 Zero Downtime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HR?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E7FF"/>
                </a:solidFill>
              </a:defRPr>
            </a:pPr>
            <a:r>
              <a:t>Next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1. Review the complete 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2. Schedule a live demo and Q&amp;A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3. Gather team feedback and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4. Approve budget and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5. Begin implementation (Week 1-4)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754880"/>
            <a:ext cx="4572000" cy="548640"/>
          </a:xfrm>
          <a:prstGeom prst="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Let's Build the Future of HR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